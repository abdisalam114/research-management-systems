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Assalaamu caleykum. Magacaygu waa [magacaaga]. Maanta waxaan u soo bandhigi doonaa thesis defense-kayga: Jamhuriya Research Management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Hordhac: JUST waxay u baahan tahay nidaam isku xiran oo web 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MERN stack, shan role + Leadership, laba portal UG/PG.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Dhibaatada: warqado, email, Excel — xog way lumaan, ansixintu way gaabisataa.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Shan ujeeddo Chapter One — challenges, database, develop, reporting,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Shan su'aal cilmi baaris — jawaabtooda Chapter Four iyo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Related work: Pure, CRIS. Mashruucan wuxuu buuxiyaa farqiga JUST.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Contribution: nidaam furan, 18 collection, workflows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Agile: requirements → design → build → test →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saddex heer. JWT + RBAC. Testing functional +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Siddeed module + extensions. Auto project iyo auto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Socodka proposal, grant, publication, ethics,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Afartii ugu horreysay fully achieved; objective 5 partially.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Updates cusub GitHub commit 276e25c.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from Chapter IV (docs/fyp-chapter4-figures). Geli live demo haddii internet jiro.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Gabagabo: nidaamka waa la dhisay, pilot diyaar.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Talooyin: tests, email, security, mobile mustaqbal,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Mahadsanidiin! Su'aalo? Demo haddii internet jiro.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THESIS DEFENSE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Design and Implementation of a Web-Based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Research Management System for Jamhuriya University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[Your Full Name]  |  [Student ID]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[Supervisor Name]  |  JUST  |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1.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Universities manage research: proposals, ethics, funding, projects, publications, thesis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Digital transformation improves efficiency, transparency, and accountability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Jamhuriya University (JUST) needs an integrated web platform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This project: Jamhuriya Research Management System (JUST RMS)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Full lifecycle: idea → proposal → ethics → review → project → grant → finance → publication → repository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1.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System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Web application (browser-based — mobile app out of scope)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MERN stack: MongoDB, Express 5, React 19, Node.js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RBAC + JWT authentication — five roles + Leadership (peer review)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Dual portal: Undergraduate (UG) and Postgraduate (PG)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GitHub: github.com/Abdisalam114/research-management-systems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2.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Paper forms, email attachments, and Excel spreadsheets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No single system from proposal to publication / thesis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Duplicate data entry and lost documents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Slow approval chains: peer → committee → director → finance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Weak financial tracking: grants, budgets, payments disconnected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Poor institutional reporting for leadership and donors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Impact: delays research, reduces transparency, weakens accountability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3.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Objectives (Chapter I)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AIM: Design and develop a web-based RMS that improves efficiency and management of research activities at JUST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O1: Identify challenges of current research management methods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O2: Design a centralized database for secure research information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O3: Develop a web-based RMS (proposals, tracking, document management)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O4: Implement reporting and communication for researcher–administrator coordination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O5: Evaluate usability and performance of the proposed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4. RESEARCH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Research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RQ1: What challenges are associated with current research management methods?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RQ2: How can a centralized database improve storage and management of research data?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RQ3: How can a web-based RMS be designed and developed for the institution?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RQ4: How can reporting and communication features improve coordination?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RQ5: How effective is the system in efficiency, usability, and accessibility?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→ Answered in Chapter V using Chapter IV implementation evidence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5.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Related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Commercial systems: Pure (Elsevier), Convergence / Symplectic Elements, national CRIS platforms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Literature themes: central repositories reduce duplication; workflow automation speeds approvals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RBAC protects sensitive grant and ethics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Gap: many regional universities still use manual processes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Few open MERN-stack RMS tailored to JUST workflows (UG/PG + JUREC + thesis)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5.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Contribution of This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Open-source JUST RMS on GitHub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18 MongoDB collections — full research lifecycle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Multi-stage review: peer, committee, finance, director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Extensions: JUREC ethics certificates, thesis supervision, in-app notifications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Automated project creation (proposal approval) and budget creation (grant award)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6.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Methodology — Agile Development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Requirements: Chapter I problem, objectives, university module specification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System design: ERD (18 collections), REST API, React 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Implementation: MERN stack — React 19 + Vite, Express 5, Mongoose 9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Testing: functional, integration smoke (verifyAllStakeholders.js), device compatibility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Deployment: local development + cloud-ready (Render / MongoDB Atlas)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Tools: Git/GitHub, JWT/bcrypt, Multer uploads, PDFKit reports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6.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Architecture &amp; 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Three-tier: Browser (React) ↔ Express REST API ↔ MongoDB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Security: JWT access tokens • bcrypt passwords • RBAC middleware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programTier field isolates Undergraduate vs Postgraduate portal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Testing (Chapter IV): black-box functional, unit-level rules, integration smoke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Device compatibility: desktop, tablet, mobile viewports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Informal load observation (formal JMeter not completed — limitation)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7. RESULTS AND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System Delivered —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Proposal Management (+ ethics JUREC, multi-stage review)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Project Management (auto-created on Director approval)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Grant &amp; Funding Calls (internal/external, finance review)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4. Publications &amp; Outputs (workflow pipeline)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5. Budget &amp; Finance (payments, purchase orders)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6. Institutional Repository (+ OAI-PMH export)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7. Collaboration (research groups + messaging)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8. Analytics &amp; Reporting (KPI, finance, donor, PDF)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Extensions: Thesis Supervision • Research Workflow • Notifications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7. RESULTS AND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Key Workflows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Proposal: Submit → Peer → Committee → [Grant] Finance → Director → ★ PROJECT auto-created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Grant: Funding call → Apply → Approvals → ★ BUDGET auto-created → Payments/POs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Publication: Researcher submits → Director + Coordinator notified (full details in notification)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Ethics: REC form → Director issues JUREC certificate → Download from notifications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Thesis: Coordinator creates group (UG/PG) → Supervisor → Title → Chapters → Final document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7. RESULTS AND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Objective Achievement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O1 Challenges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Documented in Ch. I; system addresses manual gaps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Fully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O2 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18 MongoDB collections, JWT/RBAC, ER diagram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Fully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O3 Web RMS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React UI + Express API + full lifecycle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Fully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O4 Reporting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Dashboards, PDF, notifications, messaging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Fully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O5 Evaluation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Manual/device tests; no Jest/JMeter formal suite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Partial 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7. RESULTS AND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Recent Improvements (2026)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Ethics: faculty → department dropdowns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Publish notification: Director + Coordinator receive full output details in-app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Document download in notifications: JUREC certificate + thesis final PDF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Thesis: duplicate email/ID/title blocked; UG/PG fix; supervisor assignment fixed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KPI Dashboard: clickable cards; Finance/Donor total money rows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Repository: fake seed items filtered from catalogue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7. RESULTS AND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Testing &amp; Demo — System Screenshots</a:t>
            </a:r>
            <a:endParaRPr lang="en-US" sz="2200" dirty="0"/>
          </a:p>
        </p:txBody>
      </p:sp>
      <p:pic>
        <p:nvPicPr>
          <p:cNvPr id="5" name="Image 0" descr="D:\Just\Thesis\research-management-systems\docs\fyp-chapter4-figures\fig-4-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115568"/>
            <a:ext cx="3611880" cy="1965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31181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Login</a:t>
            </a:r>
            <a:endParaRPr lang="en-US" sz="900" dirty="0"/>
          </a:p>
        </p:txBody>
      </p:sp>
      <p:pic>
        <p:nvPicPr>
          <p:cNvPr id="7" name="Image 1" descr="D:\Just\Thesis\research-management-systems\docs\fyp-chapter4-figures\fig-4-3-director-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115568"/>
            <a:ext cx="3611880" cy="1965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51960" y="31181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Director Dashboard</a:t>
            </a:r>
            <a:endParaRPr lang="en-US" sz="900" dirty="0"/>
          </a:p>
        </p:txBody>
      </p:sp>
      <p:pic>
        <p:nvPicPr>
          <p:cNvPr id="9" name="Image 2" descr="D:\Just\Thesis\research-management-systems\docs\fyp-chapter4-figures\fig-4-5-proposal-review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9872" y="1115568"/>
            <a:ext cx="3611880" cy="1965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19872" y="31181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Proposal Review</a:t>
            </a:r>
            <a:endParaRPr lang="en-US" sz="900" dirty="0"/>
          </a:p>
        </p:txBody>
      </p:sp>
      <p:pic>
        <p:nvPicPr>
          <p:cNvPr id="11" name="Image 3" descr="D:\Just\Thesis\research-management-systems\docs\fyp-chapter4-figures\fig-4-7-project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4048" y="3429000"/>
            <a:ext cx="3611880" cy="19659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4048" y="54315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Projects</a:t>
            </a:r>
            <a:endParaRPr lang="en-US" sz="900" dirty="0"/>
          </a:p>
        </p:txBody>
      </p:sp>
      <p:pic>
        <p:nvPicPr>
          <p:cNvPr id="13" name="Image 4" descr="D:\Just\Thesis\research-management-systems\docs\fyp-chapter4-figures\fig-4-11-publication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51960" y="3429000"/>
            <a:ext cx="3611880" cy="19659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51960" y="54315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Publications</a:t>
            </a:r>
            <a:endParaRPr lang="en-US" sz="900" dirty="0"/>
          </a:p>
        </p:txBody>
      </p:sp>
      <p:pic>
        <p:nvPicPr>
          <p:cNvPr id="15" name="Image 5" descr="D:\Just\Thesis\research-management-systems\docs\fyp-chapter4-figures\fig-4-10-thesi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9872" y="3429000"/>
            <a:ext cx="3611880" cy="19659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19872" y="54315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Thesis Supervision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384048" y="629107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Functional + integration tests verified ✓   |   Demo: director@rms.edu / Director2024!   |   coordinator@rms.edu / Coordinator2024!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8. CONCLUSIONS AND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Complete web-based RMS successfully developed for JUST using MERN stack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Addresses Chapter I problem: fragmented manual research administration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Objectives 1–4 fully achieved; Objective 5 partially achieved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All five research questions answered with implementation evidence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Automated workflows reduce manual errors and improve transparency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System tested, documented, and ready for institutional pilot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Open source on GitHub for maintenance and extension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8. CONCLUSIONS AND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Add Jest/Vitest automated tests + formal load testing (JMeter) before production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Configure institutional SMTP for email notifications alongside in-app alerts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Professional penetration testing (OWASP) before public deployment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PWA or native mobile app for offline / push notification needs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Integrate with university student registration / finance systems long-term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Train staff per faculty for pilot rollout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Jamhuriya RMS — Thesis Defense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Questions &amp; Discussion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GitHub: github.com/Abdisalam114/research-management-systems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Optional demo: Director login → Approve proposal → Notifications → Ethics → Thesis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— Research Management System</dc:title>
  <dc:subject>THESIS DEFENSE</dc:subject>
  <dc:creator>Jamhuriya University RMS FYP</dc:creator>
  <cp:lastModifiedBy>Jamhuriya University RMS FYP</cp:lastModifiedBy>
  <cp:revision>1</cp:revision>
  <dcterms:created xsi:type="dcterms:W3CDTF">2026-08-04T08:10:52Z</dcterms:created>
  <dcterms:modified xsi:type="dcterms:W3CDTF">2026-08-04T08:10:52Z</dcterms:modified>
</cp:coreProperties>
</file>