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2874A6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Research Management System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guide to every module — what it is, who uses it, and how it works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(UG) &amp; Postgraduate (PG) · Role-based access · Full research lifecycle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picture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the full research journey from idea to archive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the system solve?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does the system solve?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used to be scattered: emails, Word files, paper forms, and separate folders.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RMS brings proposal → ethics → review → project → funding → outputs → repository into one place.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role sees only what they need (Director, Coordinator, Finance, Leadership, Researcher).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(UG) and Postgraduate (PG) portals stay separate so data does not mix.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lifecycle (easy map)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lifecycle (easy map)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Researcher writes a Proposal (voluntary or for a funding call).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If needed, Ethics (JUREC) is completed and approved.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Proposal is reviewed (peer → committee → finance if grant → Director decision).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Approved work becomes a Project (milestones, progress, closure).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Funding: Funding Calls → Grant applications → Budgets / payments.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6) Outputs: Publications workflow + Thesis supervision + Repository archive.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7) Oversight: Dashboard, KPI, System Reports, Policies, Notifications.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(who does what)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(who does what)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Director — overall decisions, assignments, certificates, institutional view.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Coordinator — faculty-scoped monitoring, committee work, thesis title decisions.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Officer — grant money approval, budgets, purchase orders, project closures.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— peer review of proposals assigned by the Director.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— creates proposals, ethics, projects, grants, publications, thesis work.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research modules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and ethics to an approved project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home page after login. Shows counts and shortcuts for the modules you are allowed to open.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roles. Each role sees a different set of tiles (for example Finance sees grant approval and closures).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Dashboard → read the numbers → click a tile to jump to that module. Staff pick UG or PG portal first.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count looks empty for a Coordinator, it may be faculty-scoped (only your faculty, not the whole university).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research idea: title, abstract, department, and whether it needs ethics or funding.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create. Director, Coordinator, and Leadership review. Finance joins only for grant-call proposals.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Submit → multi-stage review → Approve / Revise / Reject. Approval can create a Project.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kinds: Voluntary (no finance stage) and Grant fund call (must pass finance after committee).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Review &amp; Peer Reviews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Review &amp; Peer Reviews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checking of a submitted proposal so quality and fairness are recorded in the system.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assigns peer reviewers. Leadership does peer review. Coordinator handles committee. Director decides.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peer → peer scores/comments → assign committee → committee decision → (grant) finance → Director approve.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Reviews page is the Leadership queue. The final Approve button stays locked until required stages are done.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(JUREC)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(JUREC)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application for research involving people, animals, or sensitive data. Can issue an official certificate.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fills and submits. Director reviews and can issue a signed JUREC certificate PDF.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ethics form → Submit → Director decision → if approved, download certificate from Ethics or Notifications.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is separate from faculty committee. A proposal can require ethics before final project approval.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research work after a proposal is approved — progress, team, reports, and closure.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 owns the project. Director and Coordinator monitor. Finance sees closures for money wrap-up.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 → track status and milestones → upload progress → request closure when work is finished.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and many grants are linked to a Project so outputs stay connected to the research work.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Workflow / Journey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Workflow / Journey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story view of one researcher or project: where they are in the lifecycle and what is next.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and Coordinator (faculty-scoped). Researchers see their own journey.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Workflow → pick a researcher (or view your own) → follow steps from proposal to outputs.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when someone asks “Where is my research stuck?” — it shows the current stage clearly.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finance modules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grants, budgets, and money control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Calls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Calls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opportunities to apply for money (internal or external donor calls) with deadlines and rules.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publishes/manages. Researchers apply. Coordinator and Finance can view relevant queues.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call → read eligibility → apply with a linked proposal/grant application before the deadline.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funding-call proposals remain visible on this page so you can track what was funded.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funding application linked to a call/project: requested amount, status, and award outcome.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apply. Finance approves money. Director/Coordinator monitor faculty or institution 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Create/apply → pending finance → Finance decision → if awarded, budget can be prepared for spending.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approval is a Finance job. Researchers should watch Notifications for approve/reject updates.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Payments &amp; Purchase Orders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Budgets, Payments &amp; Purchase Orders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awarded money is planned (budget lines), spent (payments), and procured (purchase orders).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leads. Director oversees. Researchers see their own budgets where allowed.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created from grant/project → items approved → payments/POs recorded → balances update.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money trail. If a payment fails, check budget remaining and Finance queues first.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Closures &amp; Finance Reports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Closures &amp; Finance Reports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a finished project’s money side, plus reports for institutional finance oversight.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Officer mainly. Director can view finance reports and donor-facing summaries.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reaches finance closure queue → Finance confirms → archived. Reports export for review.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closure and finance closure are related but not the same click — Finance owns the money close.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Outputs, thesis &amp; knowledge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Publishing, supervision, and archive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&amp; Faculty Workflow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&amp; Faculty Workflow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outputs (papers, conferences, patents, community impact) linked to a project.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submit. Coordinator/Director advance stages. Journal accept publishes only from Pipeline.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output → faculty stages: Submitted → In process → Pipeline → Journal accept → Published.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“Accept” review is not the same as journal publish. Publish needs Pipeline first, then journal accept.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Undergraduate/postgraduate thesis groups: students, supervisor, title approval, chapters, meetings, final file.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Director/Coordinator create groups and decide titles. Researcher supervisors log meetings and chapter progress.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group → propose title → accept/reject → meetings &amp; chapters → upload final thesis document.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Meetings/chapters stay locked until the thesis title is accepted. Coordinators only manage their faculty groups.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(Collaboration)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(Collaboration)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collaboration groups for teaming people around shared work (separate from thesis groups).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and staff who collaborate. Director/Coordinator can oversee.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join a group → manage members → use it as a collaboration space linked to research activity.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Groups for teamwork; use Thesis for formal student supervision and title control.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archive for approved documents and research files that should be kept and shared safely.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and researchers with upload/download rights based on role. Director/Coordinator oversee.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 with metadata → search/filter → download or export PDF/CSV lists when needed.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is the long-term memory of the system — finished work should land here, not only in email.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support modules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Policies, alerts, search, and reporting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institutional rules and guidance documents attached to system modules.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roles can read published policies. Directors manage institutional policy content.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Policies → pick a module topic → read the guidance that applies to that part of the system.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users ask “what is the rule?”, Policies is the first place to check before inventing a process.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Messages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Messages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when something needs action (review assigned, title decided, certificate ready) plus messaging.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user. Finance and some staff roles have limited message scope by design.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 icon / Notifications page → read details → open link or download attached document.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downloads and review links often arrive here — open the notification body before asking for help.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Search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search box to find proposals, projects, grants, ethics, publications, thesis, and more.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logged-in roles (results respect role and faculty/portal scope).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title or keyword → open the matching result → jump straight to the record.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Coordinators only see their faculty matches. Directors see broader institutional results.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Reports &amp; KPI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Reports &amp; KPI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and summaries for leadership: counts by stage, funding totals, approval rates, exports.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Director, Coordinator (faculty scope), Finance, Leadership (as allowed).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Reports/KPI → read scope label → export PDF/CSV when you need evidence for meetings.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read the scope (portal vs faculty). Coordinator KPI is faculty-only, not university-wide.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Reports, Users, Departments, Audit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6858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Reports, Users, Departments, Audit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governance tools: donor-facing summaries, account/department setup, and an audit trail of important actions.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6052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4340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Director/Finance for donor &amp; finance oversight. Director for users/departments. Audit for accountability.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63840" y="128016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CF3CF"/>
          </a:solidFill>
          <a:ln w="12700">
            <a:solidFill>
              <a:srgbClr val="FCF3C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0" y="1463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(simple)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0" y="1920240"/>
            <a:ext cx="31546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Donor Reports for external reporting. Manage users/departments in admin areas. Check Audit when you need “who did what”.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5074920"/>
            <a:ext cx="11247120" cy="1234440"/>
          </a:xfrm>
          <a:prstGeom prst="roundRect">
            <a:avLst>
              <a:gd name="adj" fmla="val 5926"/>
            </a:avLst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166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440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modules support trust and compliance — they are not daily researcher tools.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explain the system in 60 seconds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closing story for any audience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explanation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explanation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RMS is one digital office for university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researcher submits a proposal, completes ethics if needed, and waits for review.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approval, the work becomes a project; funding may come through calls and grants.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(publications/thesis) are tracked, then stored in the repository.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KPI, and reports help leaders see progress without chasing spreadsheets.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Jamhuriya University · Research Management System (JUST RMS)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601200" y="109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(for training)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583680"/>
            <a:ext cx="11430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guide — anyone can understand what each module does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(for training)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director@rms.edu / Director2024!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coordinator@rms.edu / Coordinator2024!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finance@rms.edu / Finance2024!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leadership@rms.edu / Leadership2024!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asha@rms.edu / Researcher2024! (Undergraduate)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mahad@rms.edu / Researcher2024! (Postgraduate)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JUST RMS — Module Guide (Clear Explanations)</dc:title>
  <dc:subject>Simple explanations of every module in the Research Management System</dc:subject>
  <dc:creator>JUST Research Management System</dc:creator>
  <cp:lastModifiedBy>JUST Research Management System</cp:lastModifiedBy>
  <cp:revision>1</cp:revision>
  <dcterms:created xsi:type="dcterms:W3CDTF">2026-08-12T18:28:14Z</dcterms:created>
  <dcterms:modified xsi:type="dcterms:W3CDTF">2026-08-12T18:28:14Z</dcterms:modified>
</cp:coreProperties>
</file>